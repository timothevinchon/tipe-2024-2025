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41f63293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41f63293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3da0e0e2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3da0e0e2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3ea75d6a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3ea75d6a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41f63293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41f63293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3da0e0e20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3da0e0e20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3ea75d6a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3ea75d6a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3ea75d6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3ea75d6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3ea75d6a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3ea75d6a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412256f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412256f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3da0e0e20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3da0e0e20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3ea75d6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3ea75d6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3da0e0e2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3da0e0e2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3da0e0e2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3da0e0e2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 du sujet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38" y="16029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fr" sz="1683"/>
              <a:t>Recharge par induction dynamique des  véhicules électriques</a:t>
            </a:r>
            <a:endParaRPr sz="168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68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683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125" y="2035888"/>
            <a:ext cx="4202166" cy="2802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900"/>
              <a:t>‹#›</a:t>
            </a:fld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MCOT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6046" y="361800"/>
            <a:ext cx="4123100" cy="13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400" y="2303575"/>
            <a:ext cx="65627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</a:t>
            </a:r>
            <a:r>
              <a:rPr lang="fr"/>
              <a:t>echerches existantes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222113" y="16932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|1| :  Thèse de Achraf Hammoud : La charge par induction de véhicules électriques : https://theses.hal.science/tel-01967966/ 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|2| : Institut français de Transition Energétique dédié aux mobilités de la route : Induction dynamique : https://www.vedecom.fr/la-recharge-des-vehicules-electriques-par-induction-en-roulant/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|3| : Izi par EDF : Recharge de voiture électrique par induction : 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https://izi-by-edf.fr/blog/recharge-voiture-electrique-induction/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|4| : Eva Gomez (Journaliste spécialisée dans la transition écologique et la mobilité durable) : 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https://media.roole.fr/transition/voiture-propre/voitures-electriques-une-route-de-recharge-par-induction-est-testee-a-paris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|5| : Paris Presse : Projet INCIT-EV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https://presse.paris.fr/pages/21226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|6| : MDPI : Test sur Recharge par induction dynamique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https://www.mdpi.com/1996-1073/15/15/5613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25"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Recherche existantes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263" y="1329476"/>
            <a:ext cx="6819474" cy="33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Recherche existantes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50" y="1607824"/>
            <a:ext cx="4527826" cy="301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Hypothèses et Modélisation</a:t>
            </a:r>
            <a:endParaRPr/>
          </a:p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00" y="1615954"/>
            <a:ext cx="8222099" cy="26328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Hypothèses et Modélisation</a:t>
            </a:r>
            <a:endParaRPr/>
          </a:p>
        </p:txBody>
      </p:sp>
      <p:sp>
        <p:nvSpPr>
          <p:cNvPr id="133" name="Google Shape;133;p19"/>
          <p:cNvSpPr txBox="1"/>
          <p:nvPr>
            <p:ph idx="1" type="subTitle"/>
          </p:nvPr>
        </p:nvSpPr>
        <p:spPr>
          <a:xfrm>
            <a:off x="5170725" y="2715925"/>
            <a:ext cx="36495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Circuit Récepteur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U²/R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Circuit Émetteur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Uresitance * Ubobine /R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51635" t="0"/>
          <a:stretch/>
        </p:blipFill>
        <p:spPr>
          <a:xfrm>
            <a:off x="1225401" y="1315425"/>
            <a:ext cx="3192326" cy="37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ctrTitle"/>
          </p:nvPr>
        </p:nvSpPr>
        <p:spPr>
          <a:xfrm>
            <a:off x="598100" y="604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place de l'expérience</a:t>
            </a:r>
            <a:endParaRPr/>
          </a:p>
        </p:txBody>
      </p:sp>
      <p:sp>
        <p:nvSpPr>
          <p:cNvPr id="141" name="Google Shape;141;p20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725" y="1510448"/>
            <a:ext cx="6182477" cy="34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 amt="18000"/>
          </a:blip>
          <a:srcRect b="-5065" l="-35145" r="11916" t="-18164"/>
          <a:stretch/>
        </p:blipFill>
        <p:spPr>
          <a:xfrm rot="10800000">
            <a:off x="7131700" y="1909500"/>
            <a:ext cx="295200" cy="2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ctrTitle"/>
          </p:nvPr>
        </p:nvSpPr>
        <p:spPr>
          <a:xfrm>
            <a:off x="598100" y="604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place de l'expérience</a:t>
            </a:r>
            <a:endParaRPr/>
          </a:p>
        </p:txBody>
      </p:sp>
      <p:sp>
        <p:nvSpPr>
          <p:cNvPr id="150" name="Google Shape;150;p21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738" y="1377099"/>
            <a:ext cx="4730516" cy="354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ctrTitle"/>
          </p:nvPr>
        </p:nvSpPr>
        <p:spPr>
          <a:xfrm>
            <a:off x="598100" y="604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place de l'expérience</a:t>
            </a:r>
            <a:endParaRPr/>
          </a:p>
        </p:txBody>
      </p:sp>
      <p:sp>
        <p:nvSpPr>
          <p:cNvPr id="158" name="Google Shape;158;p2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2850"/>
            <a:ext cx="8466375" cy="33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Résultats préliminaires</a:t>
            </a:r>
            <a:endParaRPr/>
          </a:p>
        </p:txBody>
      </p:sp>
      <p:sp>
        <p:nvSpPr>
          <p:cNvPr id="166" name="Google Shape;166;p2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00" y="1588050"/>
            <a:ext cx="8222102" cy="28424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Résultats préliminaires</a:t>
            </a:r>
            <a:endParaRPr/>
          </a:p>
        </p:txBody>
      </p:sp>
      <p:sp>
        <p:nvSpPr>
          <p:cNvPr id="174" name="Google Shape;174;p2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50" y="1329475"/>
            <a:ext cx="3180749" cy="355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975" y="1483512"/>
            <a:ext cx="5326325" cy="32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Difficultés et solutions envisagées</a:t>
            </a:r>
            <a:endParaRPr/>
          </a:p>
        </p:txBody>
      </p:sp>
      <p:sp>
        <p:nvSpPr>
          <p:cNvPr id="183" name="Google Shape;183;p25"/>
          <p:cNvSpPr txBox="1"/>
          <p:nvPr>
            <p:ph idx="1" type="subTitle"/>
          </p:nvPr>
        </p:nvSpPr>
        <p:spPr>
          <a:xfrm>
            <a:off x="460950" y="1597153"/>
            <a:ext cx="8222100" cy="23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Puissance trop faible si on respecte la norme pour une voiture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fr"/>
              <a:t>Négliger</a:t>
            </a:r>
            <a:r>
              <a:rPr lang="fr"/>
              <a:t> </a:t>
            </a:r>
            <a:r>
              <a:rPr lang="fr"/>
              <a:t>réglementation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Beaucoup de données a traiter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Prochaines étapes</a:t>
            </a:r>
            <a:endParaRPr/>
          </a:p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537625" y="1748355"/>
            <a:ext cx="8222100" cy="24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Contacter vedecom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44"/>
              <a:t>Institut pour la Transition Énergétique (ITE) mis en place dans le cadre du </a:t>
            </a:r>
            <a:endParaRPr sz="744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44"/>
              <a:t>Programme d’Investissements d’Avenir (PIA) du Gouvernement Français, </a:t>
            </a:r>
            <a:endParaRPr sz="744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44"/>
              <a:t>dédié à la mobilité individuelle, décarbonée et durable.</a:t>
            </a:r>
            <a:endParaRPr sz="7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4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Réaliser</a:t>
            </a:r>
            <a:r>
              <a:rPr lang="fr"/>
              <a:t> la partie </a:t>
            </a:r>
            <a:r>
              <a:rPr lang="fr"/>
              <a:t>théorique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de notre </a:t>
            </a:r>
            <a:r>
              <a:rPr lang="fr"/>
              <a:t>problème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Réaliser SQL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Réaliser maquette déplacement horizontal</a:t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900" y="1420026"/>
            <a:ext cx="3777949" cy="18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